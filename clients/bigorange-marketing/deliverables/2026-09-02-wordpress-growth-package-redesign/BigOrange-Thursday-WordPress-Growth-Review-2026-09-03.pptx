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headline: this is a controlled system, not a dump-everything content push.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us in the signed scope first, then get into everything on top of it.
[Sources]
Original BigOrange proposal and working packet.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no-charge work as a statement of investment, not an open-ended scope.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plain about the line here: what’s live stays live until someone signs off.
[Sources]
September 1, 2026 public crawl and WordPress inventory.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fixes matter because they change how the site gets read, found, and shown.
[Sources]
September 1, 2026 public crawl.
August 20, 2026 builder hub mobile performance sample.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disciplined here: it’s one sample, and we remeasure after the fixes land.
[Sources]
August 20, 2026 builder hub mobile performance sample.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Moz is a snapshot in time, not live rankings.
[Sources]
Moz snapshot dated August 14,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release checklist for every page. Wording and proof still differ by template.
[Sources]
Google Search Central: creating helpful, reliable, people-first content.
Google Search Central: Article structured data.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service page stays the sales destination, and the articles just answer the narrower questions.
[Sources]
BigOrange authority package inventory and internal-link map.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five stands alone, not a chapter of one bigger article.
[Sources]
Five-blog package manifest dated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Usefulness on the page comes first. Schema just helps machines read it, it doesn’t manufacture authority.
[Sources]
Google Search Central: creating helpful, reliable, people-first content.
Google Search Central: Article structured data.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private staging gate in WordPress. Drafts stay reversible, and approval is explicit.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let a rank or a view stand in for revenue. Walk the whole chain.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pacing this on purpose, so the team can learn and protect what already ranks.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locking in owners and the first release dates. Keep Phase 2 as its own decision.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your WordPress site stands.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370 URL technical plan, a 24 asset authority system, five new builder blogs, and the checks that turn content into real leads.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3,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REVIEW DRAFT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AGREEMENT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actually agreed to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429000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hours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audit, a keyword and content strategy, plus the architecture, priorities and plan for building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60520" y="2514600"/>
            <a:ext cx="3429000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hours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pillar page, two supporting articles, and hands-on technical SEO and WordPress help.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2514600"/>
            <a:ext cx="3429000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FRAME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$1,050 total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hours at $30 an hour. Phase 2 social, downloadable and webinar work stayed out of scope for this pilot.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EXPANDED INVESTMENT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ready for you to look at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authority assets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new blogs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authority assets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6,093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blog words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NO-CHARGE PROOF OF COMMITMENT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than the paid pilot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new blogs, a deeper page-level optimization framework, six branded PDFs, implementation packaging and this leadership deck are all extra, my way of showing how invested I am in BigOrange and the work you do for clients.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release, imagery and factual claims still need BigOrange approval.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 work, done at no charge, on top of the signed 35 hour pilot.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site, working start to finish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URLs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299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349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in sitemap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REVIEW BOUNDARY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new is public yet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blogs and collateral are sitting in private review. What’s live now stays live until a named owner signs off on the facts, images, links, and when it goes out.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43000" y="4681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builder hub you have live today isn’t touched.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BASELINE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site is losing ground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priorities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priorities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missing from sitemap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nofollow pages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HIGHEST-IMPACT FIXES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signals before you scale content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homepage “Stategic” typo across meta, Open Graph and schema. Cut the AI services page from four H1s to one. Check nofollow page by page. Fix sitemap eligibility. Re-test the builder hub on mobile after the media and script work.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43000" y="46817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change how the site gets read, found, and shown.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PRIORITY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builder hub is slow, and that matters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291840" cy="301752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9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performance sample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2514600"/>
            <a:ext cx="3291840" cy="30175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6974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~36s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4754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largest contentful paint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5603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818120" y="32461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re-test after fixing image sizing, formats, preload, fonts, third-party scripts and critical CSS. One sample is a starting point, not a final grade.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KEYWORD TRUTH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what ranks. Build where the gaps are real.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tracked keywords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1–3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4–10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6916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unranked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BUILDER LANE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of 21 terms rank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 builder terms already sit in positions 1–3, all pointing to the builder hub. That page stays the one that sells.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389120"/>
            <a:ext cx="11091672" cy="16916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645152"/>
            <a:ext cx="1054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892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exact gaps + one page-two term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3949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for builders, home builder marketing solutions, home builder marketing automation, marketing ideas for homebuilders, and custom home builder marketing agency.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INDEXABLE PAGE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page, ten checks, one owner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family + job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8892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008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99008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99008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 + direct answer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3036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23036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3036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+ approved evidence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7064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747064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47064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canonical + robots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50976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1092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71092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71092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+ concise answers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+ sources + context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8892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9008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299008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299008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content supports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3036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523036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23036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+ alt + permissions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26948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7064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39"/>
          <p:cNvSpPr txBox="1"/>
          <p:nvPr/>
        </p:nvSpPr>
        <p:spPr>
          <a:xfrm>
            <a:off x="747064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47064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+ siblings + action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9509760" y="4251960"/>
            <a:ext cx="2103120" cy="16002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71092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6" name="Text 43"/>
          <p:cNvSpPr txBox="1"/>
          <p:nvPr/>
        </p:nvSpPr>
        <p:spPr>
          <a:xfrm>
            <a:off x="971092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71092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to sales truth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AUTHORITY MODEL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assets, working like one system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468880" cy="2377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builder hub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13639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2514600"/>
            <a:ext cx="2468880" cy="2377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gap-led blogs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7103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514600"/>
            <a:ext cx="246888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60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authority assets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80567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2514600"/>
            <a:ext cx="2468880" cy="23774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outcome truth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page owns each topic, so pages stop competing with each other. Links guide readers to the right answer, then the next step.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SEPARATE BLOGS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owns one verified gap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01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ideas for homebuilders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ideas that build trust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8892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9008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008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299008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02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99008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for builders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99008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to spend + measure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036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036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Text 20"/>
          <p:cNvSpPr txBox="1"/>
          <p:nvPr/>
        </p:nvSpPr>
        <p:spPr>
          <a:xfrm>
            <a:off x="523036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03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23036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automation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23036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follow-ups worth automating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6948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7064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7064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400" dirty="0"/>
          </a:p>
        </p:txBody>
      </p:sp>
      <p:sp>
        <p:nvSpPr>
          <p:cNvPr id="29" name="Text 26"/>
          <p:cNvSpPr txBox="1"/>
          <p:nvPr/>
        </p:nvSpPr>
        <p:spPr>
          <a:xfrm>
            <a:off x="747064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04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47064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solutions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47064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 system, not tactics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50976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1092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1092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400" dirty="0"/>
          </a:p>
        </p:txBody>
      </p:sp>
      <p:sp>
        <p:nvSpPr>
          <p:cNvPr id="35" name="Text 32"/>
          <p:cNvSpPr txBox="1"/>
          <p:nvPr/>
        </p:nvSpPr>
        <p:spPr>
          <a:xfrm>
            <a:off x="971092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71092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home builder marketing agency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71092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hire + how to judge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ANSWER-ENGINE READINESS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What’s built into every blog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FIRST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comprehension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answer, a clear definition and descriptive headings make the page easy to read, for people and machines.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gain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steps, tradeoffs and real review questions make the page more useful than a generic summary.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boundaries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sources, clear caveats, named review gates, and never an invented result or guarantee.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CONTEXT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BlogPosting and Breadcrumb data mirror what’s on the page. FAQs are written for readers, not for a rich-result promise.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WORDPRESS BACKEND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→ review → release → verify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post, slug, author, category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0428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14016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1518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615184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615184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links, images, permissions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6966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9392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QA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meta, canonical, robots, one H1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45936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345936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QA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345936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keyboard, forms, speed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900416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10144" y="2514600"/>
            <a:ext cx="173736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11312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821131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11312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timing + owner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765792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75520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7668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10076688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076688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sitemap, URL inspection</a:t>
            </a:r>
            <a:endParaRPr lang="en-US" sz="10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49240"/>
            <a:ext cx="457200" cy="45720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143000" y="5285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draft hits the sitemap. Nothing goes public without a named release owner.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Rankings only matter once they lead to a sale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landing page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7919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9008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299008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99008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1947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036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hand raise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15975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6948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064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747064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47064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acceptance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40003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09760" y="2514600"/>
            <a:ext cx="2103120" cy="2377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1092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71092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71092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+ revenue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91672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 ROLLOUT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it first. Ship in waves. Learn before scaling.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651760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1–14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P0/P1 + approve facts and imagery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8328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15–30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first two + verify events and indexing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remaining three + strengthen proof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5256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query ownership + qualified demand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03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12-month scale: we only add more where Search Console, client questions and sales feedback say it’s worth it.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CLOSE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Seven decisions that get this moving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the five topics and keyword ownership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8444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the factual reviewer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1792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908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or replace image briefs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5256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5372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25372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the technical repair sprint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the first two releases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83280" y="384048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8444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8444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web-to-CRM measurement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17920" y="3840480"/>
            <a:ext cx="2651760" cy="12801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1908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 whether to scope Phase 2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52560" y="3840480"/>
            <a:ext cx="2587752" cy="1280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named owner, a release order and a way to measure it, not a longer idea list.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Thursday WordPress Growth Review</dc:title>
  <dc:subject>PptxGenJS Presentation</dc:subject>
  <dc:creator>BigOrange.Marketing</dc:creator>
  <cp:lastModifiedBy>BigOrange.Marketing</cp:lastModifiedBy>
  <cp:revision>1</cp:revision>
  <dcterms:created xsi:type="dcterms:W3CDTF">2026-09-02T18:00:18Z</dcterms:created>
  <dcterms:modified xsi:type="dcterms:W3CDTF">2026-09-02T18:00:18Z</dcterms:modified>
</cp:coreProperties>
</file>