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their world, not ours. One sentence on why we asked for the meeting, then hand the room the agenda.
[Sources]
https://bigorange.marketing/msp-it-services-marketing-agency/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buyer types we see most. Ask which one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pattern from the vertical brief. Ask which two they recognize.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real buyer through the steps. Where does a prospect stall today?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constant across industries. Keep it to 60 seconds; the vertical slides carry the specifics.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to six concrete plays from the vertical brief. Say which one we would start with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Kaseya, 'What the 2026 State of the MSP Report Reveals' (kaseya.com), fetched 2026-09-02. Gartner survey via Demand Gen Report, published 2025-07-01. BigOrange hub page, bigorange.marketing/msp-it-services-marketing-agency/, fetched 2026-09-02.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Rankings are a leading signal. We keep the chain intact so reporting survives a sales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the first two weeks are repairs and approvals, not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we need from them. It is the reason most engagements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pricing page exists on bigorange.marketing (checked 2026-09-02). Use the proposal figure or a starting-at pointer; never invent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working session, not the contract. Name the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32918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291840"/>
            <a:ext cx="594360" cy="5943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4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2306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MSP MARKETING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found on ChatGPT and Google search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for MSPs who can fix any server at 2am but can't explain in one sentence why a prospect should switch.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8064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MARGEE MOORE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HELP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 running sales, marketing and delivery at once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MSPs under 25 employees have nobody in the marketing seat. That job usually falls to whoever already has the most jobs.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Owner-operators at 5 to 50 person MSPs, wearing sales, marketing and delivery hats.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of Sales at bigger shops, hired once the founder can't close every deal alone.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marketing coordinator, if one exists. Most sub-25 person MSPs have nobody in the seat.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 about keeping current clients happy while finding new ones.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 whether ChatGPT and Google's AI answers mention them at all.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BIGORANGE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Guides, not heroes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StoryBrand Guide. HubSpot Partner. Google Partner. Women-owned, Cincinnati-based, and we show our work.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USUALLY BREAKS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where MSP marketing usually breaks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website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years ago, full of jargon that reads the same on every MSP site.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client logos, no named case studies, no reviews above the fold.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IT so you don't have to, said fifty different ways, no niche named.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capture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 and a phone number, nothing for someone not ready to call yet.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handoff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land in an inbox, not a CRM, so nothing gets nurtured or measured.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can't say which channel produced the last five signed clients.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THEIR BUYER'S JOURNEY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your next client actually finds you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outage, breach or bad renewal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and ChatGPT, no rep yet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CHECK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Reviews, tenure, a similar story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MSPs, one clear choice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the one that proved it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285232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61% of B2B buyers prefer research without a rep, and 73% avoid suppliers who send irrelevant outreach (Gartner, 2025).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BIGORANGE METHOD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Message, findability, proof, follow-up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986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STORYBRAND MESSAGING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Say it so a busy buyer gets it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message, the customer as the hero, and a next step that feels like help.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2823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986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SEO, AEO AND GEO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found by people and by AI answers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health first, then pages that answer real questions and can be cited.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0916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the work, with permission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64592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projects, named reviews, and numbers with a source and a date.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7220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2823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70916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6948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HUBSPOT AND FOLLOW-UP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726948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lead left sitting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26948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useful nurture, and sales feedback so marketing and sales agree on what a good lead 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PLAYS FOR MSP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plays for MSPs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proof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results, specific timeframes, no vague we grew their business.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niche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pain named, not IT so you don't have to again.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visibility check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your name show up when ChatGPT is asked for a local MSP?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low-commitment step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 or assessment for someone who isn't ready to call.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routing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tracked, nurtured and handed back to sales with context.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channel-to-client chain the owner can actually read.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can already show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1969008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MSPs cite customer acquisition as their top challenge (Kaseya, 2026)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27376" y="2514600"/>
            <a:ext cx="1969008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55976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61%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2855976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B2B buyers prefer rep-free research (Gartner, 2025)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6112" y="2514600"/>
            <a:ext cx="1969008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4712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50+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4934712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five-star Google reviews (BigOrange)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JUDGE PROOF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number needs a source and a date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only present results we can attribute. Anything estimated stays labeled as an estimate until it is verified. That protects you as much as it protects us.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an industry-wide problem, not one we invented to sell you something.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search to a signed deal, in one chain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landing page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next behavior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call, form or booking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says yes or no, and why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and revenue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Console  +  analytics  +  verified events  +  CRM source  +  sales feedback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90 DAYS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foundation, then release in waves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636444" cy="25146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 TO 14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site, positioning and AI visibility; confirm what counts as a qualified lead.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67964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96564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596564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15 TO 30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596564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message, add named proof, and build a next step besides just call us.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87288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5888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6415888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31 TO 60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15888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leads into HubSpot, connect sales feedback, and publish the first proof pages.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06611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211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9235211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61 TO 90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235211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visibility-to-revenue chain together and decide what earns the next scope.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phase ends with a review and a decision, not a bigger idea list.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WOULD WORK WITH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small team that answers the phone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AND MESSAGING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StoryBrand Guide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Positioning, page plans, and the words on the page.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07738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7778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WEB, SEO AND AI SEARCH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627778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measure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627778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production, technical health, schema, analytics and reporting.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66837" y="2514600"/>
            <a:ext cx="3576218" cy="33832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86877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PART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386877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Facts and approvals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386877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permissions, review sign-off, and sales feedback so we can prove what worked.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bounded first engagement, then a scoped plan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pricing page exists on bigorange.marketing (checked 2026-09-02). Pricing is shared in the proposal, not guessed at here.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engagement is scoped and bounded, not an open-ended retainer.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is shared in the proposal once we know your goals and current stack.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claim, badge and case study before it goes public.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scope the next phase only after the first one proves out.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DISCIPLINE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Bounded first engagement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scope and access, audit, define the priority page or journey, build, stage privately, review, publish only what is approved, verify the live result.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MSP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start with a working session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94415" cy="3246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743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marketing off your plate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8404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working session to map the plan, the timeline, and what we still need from you.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983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a time: bigorange.marketing/book-appointment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Margee Moore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BigOrange.Marketing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018520" y="5212080"/>
            <a:ext cx="301752" cy="301752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BigOrange.Marketing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BigOrange MSP pitch</dc:title>
  <dc:subject>PptxGenJS Presentation</dc:subject>
  <dc:creator>BigOrange.Marketing</dc:creator>
  <cp:lastModifiedBy>BigOrange.Marketing</cp:lastModifiedBy>
  <cp:revision>1</cp:revision>
  <dcterms:created xsi:type="dcterms:W3CDTF">2026-09-02T17:55:33Z</dcterms:created>
  <dcterms:modified xsi:type="dcterms:W3CDTF">2026-09-02T17:55:33Z</dcterms:modified>
</cp:coreProperties>
</file>