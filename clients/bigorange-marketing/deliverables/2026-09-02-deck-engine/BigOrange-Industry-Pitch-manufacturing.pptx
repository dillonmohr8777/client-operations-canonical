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their world, not ours. One sentence on why we asked for the meeting, then hand the room the agenda.
[Sources]
https://bigorange.marketing/manufacturing-services-marketing-agency/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buyer types we see most. Ask which one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pattern from the vertical brief. Ask which two they recognize.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real buyer through the steps. Where does a prospect stall today?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constant across industries. Keep it to 60 seconds; the vertical slides carry the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 six concrete plays from the vertical brief. Say which one we would start with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BigOrange manufacturing hub page, bigorange.marketing/manufacturing-services-marketing-agency/, fetched 2026-09-02 ($150K organic deal, sales-qualified lead day after launch, 50+ reviews).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Rankings are a leading signal. We keep the chain intact so reporting survives a sales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first two weeks are repairs and approvals, not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we need from them. It is the reason most engagements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pricing page exists on bigorange.marketing (checked 2026-09-02). Use the proposal figure or a starting-at pointer; never invent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working session, not the contract. Name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 MARKETING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that helps buyers find what you build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Thorough, thoughtful inbound marketing for shops that make things, not brochures.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MARGEE MOORE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HELP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Owners, GMs and the marketing department of one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proud of the shop floor. The frustration is that pride doesn't show up when an engineer searches for what you build.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and GMs at small-to-midsize, often multi-generation manufacturers.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of Sales at bigger shops, usually first to say the website looks like 2012.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marketing manager, if one exists, juggling trade shows and a Thomasnet listing.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Skeptical of any marketing spend they can't trace to a purchase order.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deals only come from trade shows or an existing relationship.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BIGORANGE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Guides, not heroes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StoryBrand Guide. HubSpot Partner. Google Partner. Women-owned, Cincinnati-based, and we show our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USUALLY BREAKS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where manufacturing marketing usually breaks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website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like a brochure, not built to answer can this shop do the job.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or no case studies with a real number attached to a real deal.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reliability, on-time delivery, said by every shop in the directory.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capture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RFQ form with no context, no phone number, no quick spec question.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handoff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RFQs land in a shared inbox, nobody tracks what turned into a shipped part.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between sponsoring a trade show and closing the account.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 BUYER'S JOURNEY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your next customer is already searching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part, spec or deadline to fill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material, tolerance or cert term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pages, not a PDF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SHORTLIST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certs, named results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RFQ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question, then a quote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28523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Thomasnet reports 1.4M monthly buyers actively sourcing suppliers online (business.thomasnet.com, 2026).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BIGORANGE METHOD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Message, findability, proof, follow-up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MESSAGING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Say it so a busy buyer gets it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message, the customer as the hero, and a next step that feels like help.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2823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986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SEO, AEO AND GEO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found by people and by AI answers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health first, then pages that answer real questions and can be cited.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091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the work, with permission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4592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projects, named reviews, and numbers with a source and a date.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2823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091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HUBSPOT AND FOLLOW-UP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726948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lead left sitting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26948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useful nurture, and sales feedback so marketing and sales agree on what a good lead 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MANUFACTURING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manufacturers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 pages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Specs, tolerances and materials, findable, not buried in a PDF.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case studies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dollar figure tied to a specific deal, like BigOrange's own.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Certification pages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Checkable facts function as proof the way client logos do elsewhere.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RFQ flow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path for a quick spec question, not just a full quote request.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tagging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inbound RFQ tagged by source from the first click.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chain from spec search to closed account the owner can read.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can already show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969008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$150K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sourced organically through search (BigOrange)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27376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5976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day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855976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sales-qualified lead after launch (BigOrange)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6112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4712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50+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934712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five-star Google reviews (BigOrange)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JUDGE PROOF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number needs a source and a date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present results we can attribute. Anything estimated stays labeled as an estimate until it is verified. That protects you as much as it protects us.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results from BigOrange's own manufacturing work, cited with the date fetched.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search to a signed deal, in one chain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landing page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call, form or booking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says yes or no, and why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and revenue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90 DAYS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foundation, then release in waves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636444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 TO 14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capabilities, the RFQ flow, and the search terms your buyers actually use.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67964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65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596564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 TO 30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96564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PDFs into findable capability pages naming certs, tolerances and materials.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87288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588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6415888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 TO 60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15888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first case study and route every RFQ into a CRM tagged by source.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06611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211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9235211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 TO 90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235211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RFQ volume and quality together and decide what earns the next scope.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phase ends with a review and a decision, not a bigger idea list.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WOULD WORK WITH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small team that answers the phone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AND MESSAGING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Guide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Positioning, page plans, and the words on the page.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07738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7778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SEO AND AI SEARCH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627778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measure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627778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production, technical health, schema, analytics and reporting.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66837" y="2514600"/>
            <a:ext cx="3576218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6877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PART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86877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Facts and approvals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386877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permissions, review sign-off, and sales feedback so we can prove what worked.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bounded first engagement, then a scoped plan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pricing page exists on bigorange.marketing (checked 2026-09-02). Pricing is shared in the proposal, not guessed at here.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engagement is scoped and bounded, not an open-ended retainer.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 shared in the proposal once we've confirmed capabilities and access.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certification and capability claim before it publishes.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the next scope only after the first one earns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DISCIPLINE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Bounded first engagement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 and access, audit, define the priority page or journey, build, stage privately, review, publish only what is approved, verify the live result.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MANUFACTURING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start with a working session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4415" cy="3246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find your next $150K deal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404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working session to map the capability pages, the RFQ flow and the first case study.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83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a time: bigorange.marketing/book-appointment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Margee Moore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BigOrange.Marketing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018520" y="5212080"/>
            <a:ext cx="301752" cy="301752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BigOrange.Marketing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Manufacturing pitch</dc:title>
  <dc:subject>PptxGenJS Presentation</dc:subject>
  <dc:creator>BigOrange.Marketing</dc:creator>
  <cp:lastModifiedBy>BigOrange.Marketing</cp:lastModifiedBy>
  <cp:revision>1</cp:revision>
  <dcterms:created xsi:type="dcterms:W3CDTF">2026-09-02T17:53:31Z</dcterms:created>
  <dcterms:modified xsi:type="dcterms:W3CDTF">2026-09-02T17:53:31Z</dcterms:modified>
</cp:coreProperties>
</file>