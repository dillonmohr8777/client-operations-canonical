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their world, not ours. One sentence on why we asked for the meeting, then hand the room the agenda.
[Sources]
https://bigorange.marketing/marketing-agency-for-builders/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buyer types we see most. Ask which one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pattern from the vertical brief. Ask which two they recognize.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real buyer through the steps. Where does a prospect stall today?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constant across industries. Keep it to 60 seconds; the vertical slides carry the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 six concrete plays from the vertical brief. Say which one we would start with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bigorange.marketing/marketing-agency-for-builders/ (50+ reviews, StoryBrand Certified Guide, HubSpot Partner, Google Partner), fetched 2026-09-02.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Rankings are a leading signal. We keep the chain intact so reporting survives a sales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first two weeks are repairs and approvals, not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we need from them. It is the reason most engagements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pricing page exists on bigorange.marketing (checked 2026-09-02). Use the proposal figure or a starting-at pointer; never invent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working session, not the contract. Name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 BUILDERS MARKETING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that match how your buyers decide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website and marketing strategy for buyers who decide slowly, anxiously, and usually online.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MARGEE MOORE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HELP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Custom, semi-custom and design-build teams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 builder we meet is the whole marketing department: an owner, a spouse who handles admin, or an office manager once the company scales.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builders: architect-driven homes, the highest trust bar and the longest sales cycle.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Semi-custom builders: a plan library with real flexibility, still selling on judgment.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Design-build firms: architecture and construction under one roof, twice the proof to carry.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no dedicated marketer. The owner is also the estimator and the face of the company.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worry: buyers who research quietly for months before ever calling.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BIGORANGE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Guides, not heroes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StoryBrand Guide. HubSpot Partner. Google Partner. Women-owned, Cincinnati-based, and we show our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USUALLY BREAKS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where builder marketing usually breaks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homepage with five paths confuses visitors ads just sent you.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Galleries say we built this. They don't say here's how we think.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presence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pages swap in a city name instead of naming real communities.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Follow-up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Inquiries get thanks, we got your message instead of a real response window.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stops at form fills instead of tracing into CRM and sales.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health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slow, broken mobile path undoes good proof before a buyer sees 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 BUYER'S JOURNEY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questions every buyer asks, in order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build what I want?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work in my area?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this be like?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trust your team?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do next?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28523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67% say responsiveness ties with price as the top factor, yet only 41% respond immediately after hours (NAHB/CallRail, 2026).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BIGORANGE METHOD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Message, findability, proof, follow-up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MESSAGING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Say it so a busy buyer gets it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message, the customer as the hero, and a next step that feels like help.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2823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986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SEO, AEO AND GEO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found by people and by AI answers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health first, then pages that answer real questions and can be cited.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091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the work, with permission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4592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projects, named reviews, and numbers with a source and a date.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2823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091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HUBSPOT AND FOLLOW-UP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726948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lead left sitting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26948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useful nurture, and sales feedback so marketing and sales agree on what a good lead 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HOME BUILDERS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builders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stories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constraint, choice, approved result. One story, many uses.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pages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photos and short bios so a title becomes a relationship.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market pages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served, project fit, honest local detail.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Attributed reviews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approved language, named source, placed near the work it proves.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After-hours response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responder and a real window for the 9pm inquiry.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Search-to-sale tracing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inquiry tagged, followed into CRM acceptance and outcome.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can already show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969008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50+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five-star Google reviews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27376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5976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Certified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855976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StoryBrand Guide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6112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4712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934712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 served: builders, MSPs, manufacturers, landscapers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JUDGE PROOF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number needs a source and a date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present results we can attribute. Anything estimated stays labeled as an estimate until it is verified. That protects you as much as it protects us.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only present results we can source and date. No borrowed numbers.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search to a signed deal, in one chain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landing page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call, form or booking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says yes or no, and why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and revenue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90 DAYS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foundation, then release in waves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636444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 TO 14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site, fix indexing and mobile speed, confirm what counts as a qualified inquiry.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67964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65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596564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 TO 30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96564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project stories, people pages and real local market pages for your approval.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87288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588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6415888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 TO 60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15888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approved content, launch an after-hours response window and a review system.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06611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211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9235211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 TO 90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235211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search-to-sale numbers together and decide what earns the next scope.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phase ends with a review and a decision, not a bigger idea list.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WOULD WORK WITH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small team that answers the phone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AND MESSAGING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Guide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Positioning, page plans, and the words on the page.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07738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7778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SEO AND AI SEARCH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627778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measure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627778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production, technical health, schema, analytics and reporting.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66837" y="2514600"/>
            <a:ext cx="3576218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6877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PART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86877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Facts and approvals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386877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permissions, review sign-off, and sales feedback so we can prove what worked.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bounded first engagement, then a scoped plan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pricing page exists on bigorange.marketing (checked 2026-09-02). Pricing is shared in the proposal, not guessed at here.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engagement is scoped and bounded, not an open-ended retainer.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 shared in the proposal once we've confirmed goals and site access.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fact, photo and homeowner story before anything goes live.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the next scope only after the first one earns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DISCIPLINE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Bounded first engagement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 and access, audit, define the priority page or journey, build, stage privately, review, publish only what is approved, verify the live result.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HOME BUILDERS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start with a working session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4415" cy="3246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next 90 days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404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questions. We'll bring the plan, the timeline, and the list of what we still need from you.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83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a time: bigorange.marketing/book-appointment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Margee Moore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BigOrange.Marketing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018520" y="5212080"/>
            <a:ext cx="301752" cy="301752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BigOrange.Marketing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Home Builders pitch</dc:title>
  <dc:subject>PptxGenJS Presentation</dc:subject>
  <dc:creator>BigOrange.Marketing</dc:creator>
  <cp:lastModifiedBy>BigOrange.Marketing</cp:lastModifiedBy>
  <cp:revision>1</cp:revision>
  <dcterms:created xsi:type="dcterms:W3CDTF">2026-09-02T17:55:33Z</dcterms:created>
  <dcterms:modified xsi:type="dcterms:W3CDTF">2026-09-02T17:55:33Z</dcterms:modified>
</cp:coreProperties>
</file>