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decision this session exists to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Re-anchor the room in the agreed scope before discussing anything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first, then the boundary: what is public and what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here has a source and a date in the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language disciplined: sample, then remeasure.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universal release contract. Wording varies by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one owned piece of work with a visible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reversible drafts and explicit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equate a rank or a view with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cadence is deliberately controlled so the team can learn and protect what already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assigning owners and the first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32918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291840"/>
            <a:ext cx="594360" cy="59436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4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62306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LEADERSHIP REVIEW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WordPress growth, made operational.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370 URL technical plan, a 24 asset authority system, five new builder blogs, and the release controls that turn content into qualified demand.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September 3, 2026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580644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DILLON MOHR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LEADERSHIP REVIEW · SEPTEMBER 3,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 STARTED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paid pilot actually asked for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MILESTONE 1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hours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Discovery, audit, keyword and content strategy, architecture, priorities and implementation planning.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07738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27778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MILESTONE 2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627778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hours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4627778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pillar page, two supporting articles, technical SEO and WordPress implementation support.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66837" y="2514600"/>
            <a:ext cx="3576218" cy="33832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86877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 FRAME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8386877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$1,050 total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386877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hours at $30 per hour. Phase 2 social, downloadable and webinar production remained a future scope, not part of the paid pilot.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LEADERSHIP REVIEW · SEPTEMBER 3,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system: crawlability, answers, proof and conversion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449324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15768"/>
            <a:ext cx="108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03320"/>
            <a:ext cx="108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URLs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07692" y="2514600"/>
            <a:ext cx="1449324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36292" y="2715768"/>
            <a:ext cx="108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299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2336292" y="3703320"/>
            <a:ext cx="108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66744" y="2514600"/>
            <a:ext cx="1449324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95344" y="2715768"/>
            <a:ext cx="108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3895344" y="3703320"/>
            <a:ext cx="108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25796" y="2514600"/>
            <a:ext cx="1449324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54396" y="2715768"/>
            <a:ext cx="108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349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5454396" y="3703320"/>
            <a:ext cx="108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in sitemap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REVIEW BOUNDARY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Nothing new is public yet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blogs and collateral are staged for private review. Existing public content stays untouched until a named owner approves facts, images, metadata, links, schema and release timing.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5720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public builder hub remains unchanged.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LEADERSHIP REVIEW · SEPTEMBER 3,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site health is leaking authority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449324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15768"/>
            <a:ext cx="108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03320"/>
            <a:ext cx="108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priorities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07692" y="2514600"/>
            <a:ext cx="1449324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36292" y="2715768"/>
            <a:ext cx="108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2336292" y="3703320"/>
            <a:ext cx="108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priorities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66744" y="2514600"/>
            <a:ext cx="1449324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95344" y="2715768"/>
            <a:ext cx="108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3895344" y="3703320"/>
            <a:ext cx="108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missing from sitemap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25796" y="2514600"/>
            <a:ext cx="1449324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54396" y="2715768"/>
            <a:ext cx="108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5454396" y="3703320"/>
            <a:ext cx="108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nofollow pages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HIGHEST-IMPACT FIXES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 signals before scaling content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homepage “Stategic” typo across meta, Open Graph and schema. Reduce the AI services page from four H1s to one. Review nofollow page by page. Repair sitemap eligibility. Re-test the builder hub mobile critical path after media and script work.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5720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affect interpretation, discovery, rendering or distribution.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LEADERSHIP REVIEW · SEPTEMBER 3,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PRIORITY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builder hub has a performance problem, not a cosmetic one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291840" cy="301752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974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spc="-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8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performance sample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69080" y="2514600"/>
            <a:ext cx="3291840" cy="30175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0" y="26974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~36s</a:t>
            </a:r>
            <a:endParaRPr lang="en-US" sz="64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largest contentful paint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27432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Re-measure after image sizing, format, preload, font, third-party script and critical CSS work. A single sample is a diagnostic baseline, not a permanent score.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LEADERSHIP REVIEW · SEPTEMBER 3,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STANDARD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page contract: ten layers, one accountable owner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2109155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072384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383280"/>
            <a:ext cx="17433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family + job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94955" y="2468880"/>
            <a:ext cx="2109155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96123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996123" y="3072384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996123" y="3383280"/>
            <a:ext cx="17433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H1 + direct answer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41270" y="2468880"/>
            <a:ext cx="2109155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4243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242438" y="3072384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242438" y="3383280"/>
            <a:ext cx="17433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+ approved evidence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287585" y="2468880"/>
            <a:ext cx="2109155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88753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488753" y="3072384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Metadata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488753" y="3383280"/>
            <a:ext cx="17433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+ canonical + robots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533900" y="2468880"/>
            <a:ext cx="2109155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73506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9735068" y="3072384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AEO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735068" y="3383280"/>
            <a:ext cx="17433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+ concise answers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" y="4251960"/>
            <a:ext cx="2109155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4855464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49808" y="5166360"/>
            <a:ext cx="17433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+ sources + context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794955" y="4251960"/>
            <a:ext cx="2109155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996123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2996123" y="4855464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2996123" y="5166360"/>
            <a:ext cx="17433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content supports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041270" y="4251960"/>
            <a:ext cx="2109155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24243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5242438" y="4855464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242438" y="5166360"/>
            <a:ext cx="17433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+ alt + permissions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287585" y="4251960"/>
            <a:ext cx="2109155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88753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7488753" y="4855464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Links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7488753" y="5166360"/>
            <a:ext cx="17433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+ siblings + action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533900" y="4251960"/>
            <a:ext cx="2109155" cy="16002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73506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000" dirty="0"/>
          </a:p>
        </p:txBody>
      </p:sp>
      <p:sp>
        <p:nvSpPr>
          <p:cNvPr id="46" name="Text 43"/>
          <p:cNvSpPr txBox="1"/>
          <p:nvPr/>
        </p:nvSpPr>
        <p:spPr>
          <a:xfrm>
            <a:off x="9735068" y="4855464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9735068" y="5166360"/>
            <a:ext cx="17433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to sales truth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LEADERSHIP REVIEW · SEPTEMBER 3,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WORKSTREAMS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separate blogs, each owning one verified gap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ideas that build trust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ideas for homebuilders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2498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93666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493666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to spend + measure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493666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for builders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36357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37525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237525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follow-ups worth automating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237525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builder marketing automation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a system, not tactics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builder marketing solutions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292498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93666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4493666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hire + how to judge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493666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home builder marketing agency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036357" y="4251960"/>
            <a:ext cx="3606698" cy="16002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37525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8237525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repair sprint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237525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typo, H1s, nofollow, sitemap, hub speed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LEADERSHIP REVIEW · SEPTEMBER 3,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 CONTROL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Draft, review, release, verify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742389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474720"/>
            <a:ext cx="1376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794760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privately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0931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19045" y="2514600"/>
            <a:ext cx="1742389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2021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2620213" y="3474720"/>
            <a:ext cx="1376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620213" y="3794760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facts, links, images, permissions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79722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89450" y="2514600"/>
            <a:ext cx="1742389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9061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4490618" y="3474720"/>
            <a:ext cx="1376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 QA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490618" y="3794760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meta, canonical, robots, one H1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5012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59856" y="2514600"/>
            <a:ext cx="1742389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6102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6361024" y="3474720"/>
            <a:ext cx="1376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 QA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361024" y="3794760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mobile, keyboard, forms, speed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920533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30261" y="2514600"/>
            <a:ext cx="1742389" cy="246888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31429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8231429" y="3474720"/>
            <a:ext cx="1376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231429" y="3794760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timing and owner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79093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900666" y="2514600"/>
            <a:ext cx="1742389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10183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10101834" y="3474720"/>
            <a:ext cx="1376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101834" y="3794760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sitemap, URL inspection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8640" y="5166360"/>
            <a:ext cx="11094415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5166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draft enters the sitemap. Nothing goes public without a named release owner.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LEADERSHIP REVIEW · SEPTEMBER 3,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Rankings only matter when they reach sales truth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landing page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8339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93126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9429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2994294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994294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next behavior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92788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37612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387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5238780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238780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hand raise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172371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82099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83267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7483267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483267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acceptance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41685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526585" y="2514600"/>
            <a:ext cx="2116470" cy="246888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2775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9727753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727753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and revenue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48640" y="5166360"/>
            <a:ext cx="11094415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960" y="5166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Console  +  analytics  +  verified events  +  CRM source  +  sales feedback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LEADERSHIP REVIEW · SEPTEMBER 3,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ROLLOUT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Repair first. Release in waves. Learn before scaling.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636444" cy="25146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 TO 14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P0/P1 + approve facts and imagery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67964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96564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3596564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15 TO 30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596564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first two + verify events and indexing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87288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15888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6415888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31 TO 60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415888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remaining three + strengthen proof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006611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35211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9235211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61 TO 90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235211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query ownership + qualified demand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12-month scale: expand only where Search Console, client questions and sales feedback justify the next asset.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LEADERSHIP REVIEW · SEPTEMBER 3,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Seven decisions that unlock the work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2636444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97180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the five topics and keyword ownership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67964" y="2423160"/>
            <a:ext cx="2636444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9132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569132" y="297180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 the factual reviewer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87288" y="2423160"/>
            <a:ext cx="2636444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88456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388456" y="297180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or replace image briefs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006611" y="2423160"/>
            <a:ext cx="2636444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07779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207779" y="297180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 the technical repair sprint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840480"/>
            <a:ext cx="2636444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438912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the first two releases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367964" y="3840480"/>
            <a:ext cx="2636444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69132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9132" y="438912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web-to-CRM measurement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87288" y="3840480"/>
            <a:ext cx="2636444" cy="128016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88456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388456" y="438912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 whether to scope Phase 2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a named owner, a release sequence and a measurement contract. Not a longer idea list.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BigOrange.Marketing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BigOrange Thursday WordPress growth review</dc:title>
  <dc:subject>PptxGenJS Presentation</dc:subject>
  <dc:creator>BigOrange.Marketing</dc:creator>
  <cp:lastModifiedBy>BigOrange.Marketing</cp:lastModifiedBy>
  <cp:revision>1</cp:revision>
  <dcterms:created xsi:type="dcterms:W3CDTF">2026-09-02T17:50:08Z</dcterms:created>
  <dcterms:modified xsi:type="dcterms:W3CDTF">2026-09-02T17:50:08Z</dcterms:modified>
</cp:coreProperties>
</file>