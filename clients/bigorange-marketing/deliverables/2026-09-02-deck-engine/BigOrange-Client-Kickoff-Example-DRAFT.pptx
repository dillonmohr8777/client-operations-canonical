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Say what today decides: owners, first sprint, and how we will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one accountable owner on each side. Write the names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bullets back and pause. Let them correct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proposal back as milestones. Anything not on this table is a change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rail. It is also why we need a reviewer named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will label leads accepted or not. Without that we cannot connect marketing 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passwords in email. Role-based invitations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concrete. Each week has a visible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assigning owners and the first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next meeting date before anyone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pic>
        <p:nvPicPr>
          <p:cNvPr id="3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KICKOFF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plan together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69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confirm owners, the first sprint, what we need access to, and how we will know it is working.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412480" y="2743200"/>
            <a:ext cx="3200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C0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41248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[[CLIENT_LOGO]]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logo required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Custom Homes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526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home builder · Greater Cincinnati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338560" y="6355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IS IN THE ROOM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Names, roles, and who to call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Margee Moore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messaging lead. Project management and web production on the working team. Dillon Mohr on SEO, AI search and WordPress.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CUSTOM HOMES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[[client lead]]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decision maker. One reviewer for facts and images. One person who labels leads in the CRM.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CADENCE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Biweekly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30-minute working session every other week, a written update in between, and a monthly review with numbers.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told us matters most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proposal conversation and the intake call. Correct anything that is off.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does not explain who you build for or where.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photos exist but permissions are unclear.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Inquiries come in, then sit; nobody owns the follow-up.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be found for custom home builder searches in your markets.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today stops at clicks and form fills.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US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a draft of your priorities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of this is wrong or missing, say so now. The plan on the next slides follows from this list.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agreed to build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1828800"/>
                <a:gridCol w="1856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FF7C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MILESTONE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FF7C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SHIPS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FF7C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OWNER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FF7C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DUE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Discovery, audit, keyword and content strategy, architecture, priorities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BigOrange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[[date]]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 page rebuild, two supporting articles, technical SEO, WordPress 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BigOrange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[[date]]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inputs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permissions, process facts, reviewer sign-off, CRM lead labels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[[client lead]]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2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Anything not on this table is a change request, and that is fine; we just write it down.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WORK GETS RELEASED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Draft, review, release, verify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privately, never public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images, permissions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speed, schema, links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owner approves timing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check, indexing, events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goes public without a named release owner on your side.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report, and what we will not claim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and pages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form, call,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sales team labels fit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GA4  +  verified form and call events  +  CRM source  +  your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WE NEED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Role-based, revocable, read-only first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WordPress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editor account or a revocable Application Password. Read-only first.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Search Console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access to the property.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GA4 and Tag Manager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on GA4, read on GTM.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Business Profile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role on each location.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or inbox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see which leads sales accepted, and why.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and proof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files, approved photos, reviews we may quote, project permissions.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30 DAYS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first four weeks, week by week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confirmed, technical crawl, keyword baseline, proof inventory started.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findings reviewed with you; priority page and article plan agreed.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page drafted and staged privately; first article drafted.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QA; release the priority page if approved; measurement baseline captured.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day 30 you have seen the audit, approved the plan, and reviewed the first page in staging.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 TODAY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decisions before we leave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2636444" cy="128016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your factual reviewer and release owner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67964" y="2423160"/>
            <a:ext cx="2636444" cy="128016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9132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69132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the first priority page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87288" y="2423160"/>
            <a:ext cx="2636444" cy="128016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8456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88456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the proof we may use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06611" y="2423160"/>
            <a:ext cx="2636444" cy="128016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7779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207779" y="297180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who labels leads in the CRM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2636444" cy="12801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389120"/>
            <a:ext cx="22341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the biweekly session day and time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named owner, a first sprint, and a measurement contract.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EXAMPLE CUSTOM HOMES KICKOFF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touchpoint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3246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Next: the audit readout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come back in two weeks with the audit findings, the priority page plan, and the first draft schedule.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session: [[date]] · bigorange.marketing/book-appointment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Dillon Mohr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BigOrange.Marketing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018520" y="5212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Custom Homes kickoff</dc:title>
  <dc:subject>PptxGenJS Presentation</dc:subject>
  <dc:creator>BigOrange.Marketing</dc:creator>
  <cp:lastModifiedBy>BigOrange.Marketing</cp:lastModifiedBy>
  <cp:revision>1</cp:revision>
  <dcterms:created xsi:type="dcterms:W3CDTF">2026-09-02T17:50:09Z</dcterms:created>
  <dcterms:modified xsi:type="dcterms:W3CDTF">2026-09-02T17:50:09Z</dcterms:modified>
</cp:coreProperties>
</file>