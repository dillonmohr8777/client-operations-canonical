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their world, not ours. One sentence on why we asked for the meeting, then hand the room the agenda.
[Sources]
https://bigorange.marketing/landscaping-marketing-services/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buyer types we see most. Ask which one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pattern from the vertical brief. Ask which two they recognize.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real buyer through the steps. Where does a prospect stall today?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constant across industries. Keep it to 60 seconds; the vertical slides carry the specifics.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to six concrete plays from the vertical brief. Say which one we would start with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BigOrange landscaping hub page, bigorange.marketing/landscaping-marketing-services/, fetched 2026-09-02 (81% research, 3x leads claims). BrightLocal Local Consumer Review Survey 2026, brightlocal.com, fetched 2026-09-02 (97% read reviews).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Rankings are a leading signal. We keep the chain intact so reporting survives a sales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the first two weeks are repairs and approvals, not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we need from them. It is the reason most engagements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public pricing page exists on bigorange.marketing (checked 2026-09-02). Use the proposal figure or a starting-at pointer; never invent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working session, not the contract. Name the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32918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291840"/>
            <a:ext cx="594360" cy="5943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4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2306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LANDSCAPING MARKETING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your crew busy without the phone chase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 landscaping marketing process built to keep your pipeline full and your people busy.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 2026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8064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 MARGEE MOORE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HELP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Design-build, maintenance, hardscape and commercial crews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business shapes hide under landscaping company. Each one worries about the same thing in a different order: keeping the pipeline full without babysitting the phone.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6400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Design-build firms: patios and full overhauls, selling on trust and portfolio over weeks or months.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and lawn care companies: living on route density and retention, not one-off wins.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Hardscape specialists: selling to homeowners and referral partners at the same time.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grounds crews: selling to property managers on an RFP-driven renewal clock.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want the same thing: proof the work is worth calling back about.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4416552" cy="3566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272491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BIGORANGE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Guides, not heroes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7472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StoryBrand Guide. HubSpot Partner. Google Partner. Women-owned, Cincinnati-based, and we show our work.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USUALLY BREAKS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Here's where landscaping marketing usually breaks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Business Profile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or unclaimed in spirit: wrong hours, no recent photos, no replies.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website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logo and a form nobody checks. No proof above the fold.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engine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work, zero systematic ask while the yard still looks amazing.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 proof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Before/afters live on a phone and never reach the site or GBP.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Quoting and follow-up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callback for two days, the homeowner already booked someone else.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can't say which channel brought which job.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THEIR BUYER'S JOURNEY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a homeowner actually finds you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WORRY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dead lawn, a bad view, at 9pm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Landscaper near [suburb]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read reviews first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photos, real before/afters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fastest reply usually wins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285232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81% of homeowners research online before hiring a landscaping company (BigOrange).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BIGORANGE METHOD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Message, findability, proof, follow-up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986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STORYBRAND MESSAGING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Say it so a busy buyer gets it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message, the customer as the hero, and a next step that feels like help.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2823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986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6948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SEO, AEO AND GEO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726948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found by people and by AI answers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health first, then pages that answer real questions and can be cited.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0916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the work, with permission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64592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projects, named reviews, and numbers with a source and a date.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7220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2823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70916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6948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HUBSPOT AND FOLLOW-UP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726948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lead left sitting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726948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useful nurture, and sales feedback so marketing and sales agree on what a good lead 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PLAYS FOR LANDSCAPING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plays for landscaping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Claim the GBP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categories, fresh photos, correct seasonal hours.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2498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93666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493666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site that converts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93666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above the fold and one obvious next step.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36357" y="246888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7525" y="26151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37525" y="307238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Same-night review ask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37525" y="338328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the homeowner while the yard still looks amazing.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photo pipeline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Before/afters built into the job checklist, not a phone gallery.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2498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93666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493666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follow-up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493666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answered before the homeowner books someone else.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36357" y="4251960"/>
            <a:ext cx="3606698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37525" y="4398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8237525" y="48554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tracking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37525" y="5166360"/>
            <a:ext cx="324093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and SEO spend tied to jobs actually closed.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can already show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1969008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81%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homeowners research online before hiring (BigOrange)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27376" y="2514600"/>
            <a:ext cx="1969008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55976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3x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2855976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leads with a strong online presence (BigOrange)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6112" y="2514600"/>
            <a:ext cx="1969008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4712" y="2715768"/>
            <a:ext cx="160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97%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4934712" y="3703320"/>
            <a:ext cx="160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consumers read reviews before choosing (BrightLocal, 2026)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JUDGE PROOF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number needs a source and a date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only present results we can attribute. Anything estimated stays labeled as an estimate until it is verified. That protects you as much as it protects us.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BigOrange's own claimed figures, cited with source and date, not independently re-verified this pass.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search to a signed deal, in one chain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landing page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68339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3126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429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994294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994294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next behavior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2788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37612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3878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38780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238780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call, form or booking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2371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82099" y="2514600"/>
            <a:ext cx="211647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83267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83267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483267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says yes or no, and why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16857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26585" y="2514600"/>
            <a:ext cx="2116470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27753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727753" y="3474720"/>
            <a:ext cx="1750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727753" y="3794760"/>
            <a:ext cx="1750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and revenue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1663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Console  +  analytics  +  verified events  +  CRM source  +  sales feedback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90 DAYS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foundation, then release in waves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636444" cy="25146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 TO 14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Google Business Profile, site and review flow; confirm the season you're 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67964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96564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596564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15 TO 30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596564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GBP categories, hours and photos; rebuild the site to answer, not just look nice.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87288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5888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6415888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31 TO 60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15888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same-night review ask and a photo pipeline built into the job checklist.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06611" y="2514600"/>
            <a:ext cx="2636444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211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9235211" y="3611880"/>
            <a:ext cx="217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61 TO 90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235211" y="3931920"/>
            <a:ext cx="2179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estimate-to-close numbers by source and decide what scales into next season.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phase ends with a review and a decision, not a bigger idea list.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YOU WOULD WORK WITH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small team that answers the phone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AND MESSAGING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StoryBrand Guide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Positioning, page plans, and the words on the page.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07738" y="2514600"/>
            <a:ext cx="3576218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27778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WEB, SEO AND AI SEARCH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627778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measure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627778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production, technical health, schema, analytics and reporting.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66837" y="2514600"/>
            <a:ext cx="3576218" cy="33832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86877" y="2834640"/>
            <a:ext cx="293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PART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386877" y="315468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Facts and approvals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386877" y="4114800"/>
            <a:ext cx="29361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permissions, review sign-off, and sales feedback so we can prove what worked.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bounded first engagement, then a scoped plan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pricing page exists on bigorange.marketing (checked 2026-09-02). Pricing is shared in the proposal, not guessed at here.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29000"/>
            <a:ext cx="64008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engagement is scoped and bounded, not an open-ended retainer.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is shared in the proposal once we know your season and current setup.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job photo and homeowner story before it goes public.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propose the next scope only after the first one earns 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4416552" cy="3566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0" y="272491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DISCIPLINE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Bounded first engagement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474720"/>
            <a:ext cx="38679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scope and access, audit, define the priority page or journey, build, stage privately, review, publish only what is approved, verify the live result.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gOrange.Mark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BIGORANGE.MARKETING · LANDSCAPING · SEPTEMBER 2026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· FIGURES PENDING VALIDATION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start with a working session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1094415" cy="32461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743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fill next season's pipeline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8404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working session to map the plan around your actual season, timeline and crew capacity.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983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a time: bigorange.marketing/book-appointment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Margee Moore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BigOrange.Marketing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Cincinnati, Ohio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018520" y="5212080"/>
            <a:ext cx="301752" cy="301752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BigOrange.Marketing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BigOrange Landscaping pitch</dc:title>
  <dc:subject>PptxGenJS Presentation</dc:subject>
  <dc:creator>BigOrange.Marketing</dc:creator>
  <cp:lastModifiedBy>BigOrange.Marketing</cp:lastModifiedBy>
  <cp:revision>1</cp:revision>
  <dcterms:created xsi:type="dcterms:W3CDTF">2026-09-02T17:55:34Z</dcterms:created>
  <dcterms:modified xsi:type="dcterms:W3CDTF">2026-09-02T17:55:34Z</dcterms:modified>
</cp:coreProperties>
</file>